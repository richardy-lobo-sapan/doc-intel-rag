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note: confirm attendance sheet is signed before starting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note: walk new hires to their nearest muster point physically on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Employee Safety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Deck v3 - Effective 2026-01-01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Safety Onboarding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new employees must complete this training before entering production areas</a:t>
            </a:r>
          </a:p>
          <a:p>
            <a:r>
              <a:t>Required by REG-HSE-003 within first 3 working days of employment</a:t>
            </a:r>
          </a:p>
          <a:p>
            <a:r>
              <a:t>Completion is logged in the HR Learning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Protective Equipment (PPE)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 glasses and steel-toe boots are mandatory in all production zones</a:t>
            </a:r>
          </a:p>
          <a:p>
            <a:r>
              <a:t>Hearing protection required in zones marked with the orange noise symbol</a:t>
            </a:r>
          </a:p>
          <a:p>
            <a:r>
              <a:t>PPE is issued at the warehouse counter on Day 1 -- report missing PPE to your supervisor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Evacuation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hearing the continuous siren, stop work immediately and proceed to the nearest marked exit</a:t>
            </a:r>
          </a:p>
          <a:p>
            <a:r>
              <a:t>Assemble at Muster Point A (north parking lot) or Muster Point B (south gate)</a:t>
            </a:r>
          </a:p>
          <a:p>
            <a:r>
              <a:t>Do not re-enter the building until the Fire Warden gives the all-clear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Near-Misses and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near-miss, however minor, must be reported using the QR code posted at each workstation</a:t>
            </a:r>
          </a:p>
          <a:p>
            <a:r>
              <a:t>Reports go directly to the HSE team and are reviewed within 24 hours</a:t>
            </a:r>
          </a:p>
          <a:p>
            <a:r>
              <a:t>Employees will never face disciplinary action for reporting in good faith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Sign-Off and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the online quiz (minimum 80% to pass) within 24 hours of this session</a:t>
            </a:r>
          </a:p>
          <a:p>
            <a:r>
              <a:t>Certification is valid for 12 months and must be renewed annually</a:t>
            </a:r>
          </a:p>
          <a:p>
            <a:r>
              <a:t>Questions? Contact the HSE team at hse-support internal extension 4420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