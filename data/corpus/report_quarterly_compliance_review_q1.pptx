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Compliance Review - Q1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Compliance Committee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Audit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14 scheduled quality audits conducted across Production Lines A, B, and C</a:t>
            </a:r>
          </a:p>
          <a:p>
            <a:r>
              <a:t>2 audits resulted in batch rejection, both on Line B due to dimensional non-conformance</a:t>
            </a:r>
          </a:p>
          <a:p>
            <a:r>
              <a:t>Average audit completion time: 2.3 hours, within the 4-hour SOP target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Incidents This Quarter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 Severity 3 incidents (phishing reports), all contained within SLA</a:t>
            </a:r>
          </a:p>
          <a:p>
            <a:r>
              <a:t>0 Severity 1 or 2 incidents reported</a:t>
            </a:r>
          </a:p>
          <a:p>
            <a:r>
              <a:t>Average phishing report response time: 1.8 hours, against a 4-hour target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Procurement Policy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 purchase orders above IDR 50,000,000 included two vendor quotations as required</a:t>
            </a:r>
          </a:p>
          <a:p>
            <a:r>
              <a:t>1 emergency procurement case filed, justification submitted within the 48-hour window</a:t>
            </a:r>
          </a:p>
          <a:p>
            <a:r>
              <a:t>No conflict-of-interest disclosures filed this quarter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Retention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Quarterly digital records audit found 99.2% compliance with disposal timelines</a:t>
            </a:r>
          </a:p>
          <a:p>
            <a:r>
              <a:t>2 records flagged for premature disposal review, both cleared as not under legal hold</a:t>
            </a:r>
          </a:p>
          <a:p>
            <a:r>
              <a:t>Next IT Security quarterly audit scheduled for the second week of next quarter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 for Next Quarter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Review Line B calibration schedule following the 2 dimensional non-conformance rejections</a:t>
            </a:r>
          </a:p>
          <a:p>
            <a:r>
              <a:t>Refresh new-employee safety onboarding deck with updated muster point map</a:t>
            </a:r>
          </a:p>
          <a:p>
            <a:r>
              <a:t>Pilot automated purchase-order quotation tracking in the procurement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